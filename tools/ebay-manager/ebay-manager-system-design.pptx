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eBay物販ビジネス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DD8E6"/>
                </a:solidFill>
              </a:defRPr>
            </a:pPr>
            <a:r>
              <a:t>統合システム設計書（全ツール・フロー完全版）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システムアーキテクチャ - 3層構造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7315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レイヤー3：UI層 - app.py（Streamlit 1000+行）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7315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レイヤー2：データベース層 - monitor.db（SQLite）+ .company/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83280"/>
            <a:ext cx="3931920" cy="73152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定時実行5個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383280"/>
            <a:ext cx="3931920" cy="73152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随時実行9個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8229600" cy="73152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レイヤー1：ビジネスロジック層（41個のツール）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94960"/>
            <a:ext cx="8229600" cy="73152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レイヤー0：実行管理層 - daily_scheduler.py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定時実行スケジュール（朝5:00-6:00）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54864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5:00</a:t>
            </a:r>
            <a:br/>
            <a:r>
              <a:t>秘書ルーティン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1645920" cy="54864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5:05</a:t>
            </a:r>
            <a:br/>
            <a:r>
              <a:t>eBay同期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1645920" cy="54864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5:10</a:t>
            </a:r>
            <a:br/>
            <a:r>
              <a:t>在庫チェック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1645920" cy="54864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6:00</a:t>
            </a:r>
            <a:br/>
            <a:r>
              <a:t>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201168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1. メール確認</a:t>
            </a:r>
            <a:br/>
            <a:r>
              <a:t>2. TODO繰越</a:t>
            </a:r>
            <a:br/>
            <a:r>
              <a:t>3. リサーチ</a:t>
            </a:r>
            <a:br/>
            <a:r>
              <a:t>   (3層構造)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2651760"/>
            <a:ext cx="201168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498件</a:t>
            </a:r>
            <a:br/>
            <a:r>
              <a:t>メトリクス同期</a:t>
            </a:r>
            <a:br/>
            <a:br/>
            <a:r>
              <a:t>自動ランク</a:t>
            </a:r>
            <a:br/>
            <a:r>
              <a:t>計算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651760"/>
            <a:ext cx="201168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348件</a:t>
            </a:r>
            <a:br/>
            <a:r>
              <a:t>仕入先</a:t>
            </a:r>
            <a:br/>
            <a:r>
              <a:t>在庫チェック</a:t>
            </a:r>
            <a:br/>
            <a:br/>
            <a:r>
              <a:t>CSV/JSON</a:t>
            </a:r>
            <a:br/>
            <a:r>
              <a:t>出力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92608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ダッシュボード</a:t>
            </a:r>
            <a:br/>
            <a:r>
              <a:t>自動更新</a:t>
            </a:r>
            <a:br/>
            <a:br/>
            <a:r>
              <a:t>ユーザー起床時</a:t>
            </a:r>
            <a:br/>
            <a:r>
              <a:t>全タスク完了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デイリーリサーチ（3層構造）- 新機能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54864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A. 新商品候補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54864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B. AIニュース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54864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C. 制約解決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eBay検索</a:t>
            </a:r>
            <a:br/>
            <a:br/>
            <a:r>
              <a:t>利益率</a:t>
            </a:r>
            <a:br/>
            <a:r>
              <a:t>フィルタリング</a:t>
            </a:r>
            <a:br/>
            <a:br/>
            <a:r>
              <a:t>ランク計算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1031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WebSearch</a:t>
            </a:r>
            <a:br/>
            <a:br/>
            <a:r>
              <a:t>Claude/MCP</a:t>
            </a:r>
            <a:br/>
            <a:r>
              <a:t>Vision</a:t>
            </a:r>
            <a:br/>
            <a:r>
              <a:t>Web API</a:t>
            </a:r>
            <a:br/>
            <a:r>
              <a:t>最新情報自動取得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03120"/>
            <a:ext cx="256032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制約ファイル</a:t>
            </a:r>
            <a:br/>
            <a:r>
              <a:t>チェック</a:t>
            </a:r>
            <a:br/>
            <a:br/>
            <a:r>
              <a:t>解決可能か</a:t>
            </a:r>
            <a:br/>
            <a:r>
              <a:t>自動判定</a:t>
            </a:r>
            <a:br/>
            <a:br/>
            <a:r>
              <a:t>改善案提案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8229600" cy="7315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出力: notes/に詳細記録 + ai-news-summary.md + improvement-opportunities.md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ツール・機能インベントリ（41個）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109728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定時実行</a:t>
            </a:r>
            <a:br/>
            <a:br/>
            <a:r>
              <a:t>5個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371600"/>
            <a:ext cx="1920240" cy="109728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随時実行</a:t>
            </a:r>
            <a:br/>
            <a:br/>
            <a:r>
              <a:t>9個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371600"/>
            <a:ext cx="1920240" cy="10972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コア</a:t>
            </a:r>
            <a:br/>
            <a:r>
              <a:t>ロジック</a:t>
            </a:r>
            <a:br/>
            <a:r>
              <a:t>4個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71600"/>
            <a:ext cx="1920240" cy="109728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eBay</a:t>
            </a:r>
            <a:br/>
            <a:r>
              <a:t>連携</a:t>
            </a:r>
            <a:br/>
            <a:br/>
            <a:r>
              <a:t>6個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8229600" cy="4572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定時実行タスク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8229600" cy="16459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秘書ルーティン | メール確認 | デイリーリサーチ | eBay同期 | 在庫チェック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8229600" cy="4572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随時実行ツール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52160"/>
            <a:ext cx="8229600" cy="7315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商品リサーチ | 結果処理 | データ拡張 | 仕入先選定 | 価格計算 | アラート | ニュース | 競合検出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eBay連携システム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931920" cy="54864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eBay API連携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931920" cy="54864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SQLiteデータベース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ebay_client.py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79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ebay_sync.py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rank_calculator.py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03120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database.py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926079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notifier.py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393192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runner.py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94960"/>
            <a:ext cx="8229600" cy="73152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monitor.db: ebay_listings(498件) + competitor_products(348件) + monitored_items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データベース設計（3つのテーブル）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45720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ebay_listings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560320" cy="18288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498件のeBay出品</a:t>
            </a:r>
            <a:br/>
            <a:br/>
            <a:r>
              <a:t>item_id, sku,</a:t>
            </a:r>
            <a:br/>
            <a:r>
              <a:t>title, price,</a:t>
            </a:r>
            <a:br/>
            <a:r>
              <a:t>watch_count,</a:t>
            </a:r>
            <a:br/>
            <a:r>
              <a:t>view_count,</a:t>
            </a:r>
            <a:br/>
            <a:r>
              <a:t>rank(S-E)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45720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competitor_products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2560320" cy="18288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348件の仕入先商品</a:t>
            </a:r>
            <a:br/>
            <a:br/>
            <a:r>
              <a:t>sku, source,</a:t>
            </a:r>
            <a:br/>
            <a:r>
              <a:t>status(在庫有無),</a:t>
            </a:r>
            <a:br/>
            <a:r>
              <a:t>price_jpy,</a:t>
            </a:r>
            <a:br/>
            <a:r>
              <a:t>last_checked_at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45720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monitored_items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2560320" cy="18288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ユーザー監視中の商品</a:t>
            </a:r>
            <a:br/>
            <a:br/>
            <a:r>
              <a:t>alert設定</a:t>
            </a:r>
            <a:br/>
            <a:r>
              <a:t>アラート時刻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8229600" cy="4572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データフロー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2801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朝5:05</a:t>
            </a:r>
            <a:br/>
            <a:r>
              <a:t>eBay同期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754880"/>
            <a:ext cx="12801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メトリクス</a:t>
            </a:r>
            <a:br/>
            <a:r>
              <a:t>更新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754880"/>
            <a:ext cx="12801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ランク</a:t>
            </a:r>
            <a:br/>
            <a:r>
              <a:t>計算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754880"/>
            <a:ext cx="12801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朝5:10</a:t>
            </a:r>
            <a:br/>
            <a:r>
              <a:t>在庫チェック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754880"/>
            <a:ext cx="1280160" cy="10972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結果</a:t>
            </a:r>
            <a:br/>
            <a:r>
              <a:t>記録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754880"/>
            <a:ext cx="1280160" cy="109728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ダッシュボード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UI・ダッシュボード（8つのページ）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13716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ページ1</a:t>
            </a:r>
            <a:br/>
            <a:r>
              <a:t>ダッシュボード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1645920" cy="13716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ページ2</a:t>
            </a:r>
            <a:br/>
            <a:r>
              <a:t>eBay連携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1645920" cy="137160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ページ3</a:t>
            </a:r>
            <a:br/>
            <a:r>
              <a:t>利益管理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1645920" cy="137160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ページ4</a:t>
            </a:r>
            <a:br/>
            <a:r>
              <a:t>リサーチ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64592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ページ5</a:t>
            </a:r>
            <a:br/>
            <a:r>
              <a:t>SKU管理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114800"/>
            <a:ext cx="1645920" cy="13716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ページ6</a:t>
            </a:r>
            <a:br/>
            <a:r>
              <a:t>競合分析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114800"/>
            <a:ext cx="1645920" cy="13716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ページ7</a:t>
            </a:r>
            <a:br/>
            <a:r>
              <a:t>学習管理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1645920" cy="137160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ページ8</a:t>
            </a:r>
            <a:br/>
            <a:r>
              <a:t>ログ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エラーハンドリング（3段階）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54864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レベル1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560320" cy="1645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自動リカバリー</a:t>
            </a:r>
            <a:br/>
            <a:br/>
            <a:r>
              <a:t>Timeout → リトライ</a:t>
            </a:r>
            <a:br/>
            <a:r>
              <a:t>API制限 → 待機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54864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レベル2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011680"/>
            <a:ext cx="2560320" cy="1645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ログ記録</a:t>
            </a:r>
            <a:br/>
            <a:r>
              <a:t>部分継続</a:t>
            </a:r>
            <a:br/>
            <a:br/>
            <a:r>
              <a:t>単一失敗 → 続行</a:t>
            </a:r>
            <a:br/>
            <a:r>
              <a:t>ページなし → 記録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54864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レベル3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2560320" cy="1645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手動介入必要</a:t>
            </a:r>
            <a:br/>
            <a:br/>
            <a:r>
              <a:t>認証失敗 → メール</a:t>
            </a:r>
            <a:br/>
            <a:r>
              <a:t>クラッシュ → 停止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影響度の比較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2560320" cy="9144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レベル1</a:t>
            </a:r>
            <a:br/>
            <a:r>
              <a:t>自動解決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572000"/>
            <a:ext cx="5303520" cy="9144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対応時間: 0秒～数秒（ユーザー無意識）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577840"/>
            <a:ext cx="2560320" cy="64008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レベル2</a:t>
            </a:r>
            <a:br/>
            <a:r>
              <a:t>ユーザー確認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5577840"/>
            <a:ext cx="5303520" cy="6400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対応時間: 数分～数時間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実装チェックリスト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" cy="36576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monitor/scrapers.py 削除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monitor.db 初期化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2860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daily_scheduler.py スケジュール設定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432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eBay API credentials 設定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2004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Gmail OAuth 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6576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Selenium WebDriver インストール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エラー通知テスト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731520" cy="36576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72000"/>
            <a:ext cx="7315200" cy="36576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app.py 動作確認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拡張計画（Phase 5-8）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920240" cy="73152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</a:t>
            </a:r>
            <a:br/>
            <a:r>
              <a:t>リアルタイム通知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1920240" cy="25603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Discord/Slack/メール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645920"/>
            <a:ext cx="1920240" cy="731520"/>
          </a:xfrm>
          <a:prstGeom prst="roundRect">
            <a:avLst/>
          </a:prstGeom>
          <a:solidFill>
            <a:srgbClr val="FF99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Phase 6</a:t>
            </a:r>
            <a:br/>
            <a:r>
              <a:t>AI推奨システム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468880"/>
            <a:ext cx="1920240" cy="25603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買い時・売り時予測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920240" cy="731520"/>
          </a:xfrm>
          <a:prstGeom prst="roundRect">
            <a:avLst/>
          </a:prstGeom>
          <a:solidFill>
            <a:srgbClr val="C00000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7</a:t>
            </a:r>
            <a:br/>
            <a:r>
              <a:t>マルチマーケット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468880"/>
            <a:ext cx="1920240" cy="25603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Amazon/Mercado Libre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59" y="1645920"/>
            <a:ext cx="1920240" cy="73152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8</a:t>
            </a:r>
            <a:br/>
            <a:r>
              <a:t>完全自動化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2468880"/>
            <a:ext cx="1920240" cy="25603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自動価格・出品・仕入れ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システム統合の成果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6400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41個のツール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645920"/>
            <a:ext cx="603504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すべてが統合されたシステム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011680" cy="6400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朝5:00-6:00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468880"/>
            <a:ext cx="603504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完全自動実行で全タスク完了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2011680" cy="6400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随時実行9個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3291840"/>
            <a:ext cx="603504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強力な分析・管理ツール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2011680" cy="6400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8ページUI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114800"/>
            <a:ext cx="603504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全機能をワンストップで操作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2011680" cy="640080"/>
          </a:xfrm>
          <a:prstGeom prst="roundRect">
            <a:avLst/>
          </a:prstGeom>
          <a:solidFill>
            <a:srgbClr val="00336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SQLite管理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937760"/>
            <a:ext cx="6035040" cy="6400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堅牢なデータベース設計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